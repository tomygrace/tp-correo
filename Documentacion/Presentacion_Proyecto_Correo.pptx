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2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35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24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1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4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863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61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38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730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7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49901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268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38531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289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58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4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179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5999" y="883449"/>
            <a:ext cx="6719701" cy="1734737"/>
          </a:xfrm>
        </p:spPr>
        <p:txBody>
          <a:bodyPr>
            <a:normAutofit fontScale="90000"/>
          </a:bodyPr>
          <a:lstStyle/>
          <a:p>
            <a:r>
              <a:rPr dirty="0"/>
              <a:t>Proyecto: </a:t>
            </a:r>
            <a:r>
              <a:rPr dirty="0" err="1"/>
              <a:t>Cliente</a:t>
            </a:r>
            <a:r>
              <a:rPr dirty="0"/>
              <a:t> de </a:t>
            </a:r>
            <a:r>
              <a:rPr dirty="0" err="1"/>
              <a:t>Correo</a:t>
            </a:r>
            <a:r>
              <a:rPr dirty="0"/>
              <a:t> </a:t>
            </a:r>
            <a:r>
              <a:rPr dirty="0" err="1"/>
              <a:t>Electrónico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61932" y="6260299"/>
            <a:ext cx="3867834" cy="394695"/>
          </a:xfrm>
        </p:spPr>
        <p:txBody>
          <a:bodyPr/>
          <a:lstStyle/>
          <a:p>
            <a:r>
              <a:rPr dirty="0" err="1"/>
              <a:t>Presentación</a:t>
            </a:r>
            <a:r>
              <a:rPr dirty="0"/>
              <a:t> – Tomas </a:t>
            </a:r>
            <a:r>
              <a:rPr dirty="0" err="1"/>
              <a:t>Gracevich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Objetivo</a:t>
            </a:r>
            <a:r>
              <a:rPr dirty="0"/>
              <a:t> del </a:t>
            </a:r>
            <a:r>
              <a:rPr dirty="0" err="1"/>
              <a:t>proyecto</a:t>
            </a:r>
            <a:endParaRPr dirty="0"/>
          </a:p>
          <a:p>
            <a:r>
              <a:rPr dirty="0"/>
              <a:t>• </a:t>
            </a:r>
            <a:r>
              <a:rPr dirty="0" err="1"/>
              <a:t>Arquitectura</a:t>
            </a:r>
            <a:r>
              <a:rPr dirty="0"/>
              <a:t> y </a:t>
            </a:r>
            <a:r>
              <a:rPr dirty="0" err="1"/>
              <a:t>clases</a:t>
            </a:r>
            <a:r>
              <a:rPr dirty="0"/>
              <a:t> </a:t>
            </a:r>
            <a:r>
              <a:rPr dirty="0" err="1"/>
              <a:t>principales</a:t>
            </a:r>
            <a:endParaRPr dirty="0"/>
          </a:p>
          <a:p>
            <a:r>
              <a:rPr dirty="0"/>
              <a:t>• </a:t>
            </a:r>
            <a:r>
              <a:rPr dirty="0" err="1"/>
              <a:t>Recursividad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carpetas</a:t>
            </a:r>
            <a:endParaRPr dirty="0"/>
          </a:p>
          <a:p>
            <a:r>
              <a:rPr dirty="0"/>
              <a:t>• </a:t>
            </a:r>
            <a:r>
              <a:rPr dirty="0" err="1"/>
              <a:t>Ciclo</a:t>
            </a:r>
            <a:r>
              <a:rPr dirty="0"/>
              <a:t> de </a:t>
            </a:r>
            <a:r>
              <a:rPr dirty="0" err="1"/>
              <a:t>vida</a:t>
            </a:r>
            <a:r>
              <a:rPr dirty="0"/>
              <a:t> del </a:t>
            </a:r>
            <a:r>
              <a:rPr dirty="0" err="1"/>
              <a:t>mensaje</a:t>
            </a:r>
            <a:endParaRPr dirty="0"/>
          </a:p>
          <a:p>
            <a:r>
              <a:rPr dirty="0"/>
              <a:t>• </a:t>
            </a:r>
            <a:r>
              <a:rPr dirty="0" err="1"/>
              <a:t>Funcionalidades</a:t>
            </a:r>
            <a:r>
              <a:rPr dirty="0"/>
              <a:t> </a:t>
            </a:r>
            <a:r>
              <a:rPr dirty="0" err="1"/>
              <a:t>futuras</a:t>
            </a:r>
            <a:endParaRPr dirty="0"/>
          </a:p>
          <a:p>
            <a:r>
              <a:rPr dirty="0"/>
              <a:t>• </a:t>
            </a:r>
            <a:r>
              <a:rPr dirty="0" err="1"/>
              <a:t>Conclusiones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Diagrama de Clases</a:t>
            </a:r>
          </a:p>
        </p:txBody>
      </p:sp>
      <p:pic>
        <p:nvPicPr>
          <p:cNvPr id="3" name="Picture 2" descr="diagrama_clases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232" y="1188400"/>
            <a:ext cx="1695535" cy="566028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Árbol de Carpetas</a:t>
            </a:r>
          </a:p>
        </p:txBody>
      </p:sp>
      <p:pic>
        <p:nvPicPr>
          <p:cNvPr id="3" name="Picture 2" descr="diagrama_arbol_carpe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643" y="1782039"/>
            <a:ext cx="7337757" cy="32939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Búsqueda Recursiva</a:t>
            </a:r>
          </a:p>
        </p:txBody>
      </p:sp>
      <p:pic>
        <p:nvPicPr>
          <p:cNvPr id="3" name="Picture 2" descr="diagrama_flujo_busqueda_recurs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67607"/>
            <a:ext cx="7315200" cy="35227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Ciclo de Vida del Mensaje</a:t>
            </a:r>
          </a:p>
        </p:txBody>
      </p:sp>
      <p:pic>
        <p:nvPicPr>
          <p:cNvPr id="3" name="Picture 2" descr="diagrama_flujo_mensaj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56" y="2990944"/>
            <a:ext cx="8710087" cy="4380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Filtros automáticos (listas y diccionarios)</a:t>
            </a:r>
          </a:p>
          <a:p>
            <a:r>
              <a:t>• Cola de prioridad para mensajes urgentes (heap)</a:t>
            </a:r>
          </a:p>
          <a:p>
            <a:r>
              <a:t>• Red de servidores mediante grafos (BFS/DFS)</a:t>
            </a:r>
          </a:p>
          <a:p>
            <a:r>
              <a:t>• CLI interactiva o GUI simple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8563" y="967010"/>
            <a:ext cx="3226874" cy="671290"/>
          </a:xfrm>
        </p:spPr>
        <p:txBody>
          <a:bodyPr/>
          <a:lstStyle/>
          <a:p>
            <a:r>
              <a:rPr dirty="0" err="1"/>
              <a:t>Conclusiones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1370" y="2886075"/>
            <a:ext cx="4944160" cy="1790700"/>
          </a:xfrm>
        </p:spPr>
        <p:txBody>
          <a:bodyPr/>
          <a:lstStyle/>
          <a:p>
            <a:r>
              <a:rPr dirty="0"/>
              <a:t>• Sistema </a:t>
            </a:r>
            <a:r>
              <a:rPr dirty="0" err="1"/>
              <a:t>funcional</a:t>
            </a:r>
            <a:r>
              <a:rPr dirty="0"/>
              <a:t> hasta Etapa 2</a:t>
            </a:r>
          </a:p>
          <a:p>
            <a:r>
              <a:rPr dirty="0"/>
              <a:t>• Base </a:t>
            </a:r>
            <a:r>
              <a:rPr dirty="0" err="1"/>
              <a:t>sólida</a:t>
            </a:r>
            <a:r>
              <a:rPr dirty="0"/>
              <a:t> para </a:t>
            </a:r>
            <a:r>
              <a:rPr dirty="0" err="1"/>
              <a:t>expandir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Etapa 3</a:t>
            </a:r>
          </a:p>
          <a:p>
            <a:r>
              <a:rPr dirty="0"/>
              <a:t>• </a:t>
            </a:r>
            <a:r>
              <a:rPr dirty="0" err="1"/>
              <a:t>Diseño</a:t>
            </a:r>
            <a:r>
              <a:rPr dirty="0"/>
              <a:t> modular y extensible</a:t>
            </a:r>
          </a:p>
          <a:p>
            <a:r>
              <a:rPr dirty="0"/>
              <a:t>• </a:t>
            </a:r>
            <a:r>
              <a:rPr dirty="0" err="1"/>
              <a:t>Próximos</a:t>
            </a:r>
            <a:r>
              <a:rPr dirty="0"/>
              <a:t> pasos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planificados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</TotalTime>
  <Words>110</Words>
  <Application>Microsoft Office PowerPoint</Application>
  <PresentationFormat>Presentación en pantalla (4:3)</PresentationFormat>
  <Paragraphs>23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Espiral</vt:lpstr>
      <vt:lpstr>Proyecto: Cliente de Correo Electrónico</vt:lpstr>
      <vt:lpstr>Agenda</vt:lpstr>
      <vt:lpstr>Diagrama de Clases</vt:lpstr>
      <vt:lpstr>Árbol de Carpetas</vt:lpstr>
      <vt:lpstr>Búsqueda Recursiva</vt:lpstr>
      <vt:lpstr>Ciclo de Vida del Mensaje</vt:lpstr>
      <vt:lpstr>Funcionalidades Futuras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Proyecto: Cliente de Correo Electrónico</dc:title>
  <dc:subject/>
  <dc:creator/>
  <cp:keywords/>
  <dc:description>generated using python-pptx</dc:description>
  <cp:lastModifiedBy>gracevichtomas@gmail.com</cp:lastModifiedBy>
  <cp:revision>4</cp:revision>
  <dcterms:created xsi:type="dcterms:W3CDTF">2013-01-27T09:14:16Z</dcterms:created>
  <dcterms:modified xsi:type="dcterms:W3CDTF">2025-11-22T02:22:38Z</dcterms:modified>
  <cp:category/>
</cp:coreProperties>
</file>